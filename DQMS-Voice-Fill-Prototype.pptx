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rotoype-b7i8ckokl-avnish12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protoype-b7i8ckokl-avnish12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463040" cy="384048"/>
          </a:xfrm>
          <a:prstGeom prst="roundRect">
            <a:avLst>
              <a:gd name="adj" fmla="val 47619"/>
            </a:avLst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887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Fill for DQMS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Hands-free quality records: the QA executive speaks the readings, AI fills the form, the executive confirms.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on the real Kinley form “Treated Water Analysis Record” (WA-FRM-1105-1.0.0.8)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532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8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prototyp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protoype-b7i8ckokl-avnish12.vercel.app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are taken hands-on, but recorded by typing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65836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Shop-floor reality: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executive samples at the line, often with gloves on or wet hands, then types each value into a tablet.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frequency: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forms such as Treated Water Analysis need a full set of readings every 4 hours, across many parameters.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is the slow part: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readings get written on paper first and keyed in later, which means double handling and a delay before the record is current.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risk: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late or batched entry and transcription slips are exactly what auditors look for under ALCOA+ (attributable, contemporaneous, accurate).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589520" y="155448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EEECFB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0" y="1737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818120" y="214884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already holds ~160 digitised forms with typed fields, units and spec limits.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structure is exactly what an AI needs to map spoken words onto the right field reliably, so the executive can record at the point of sampling, by voice.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→ Understand → Check → Confirm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51760" cy="3566160"/>
          </a:xfrm>
          <a:prstGeom prst="roundRect">
            <a:avLst>
              <a:gd name="adj" fmla="val 4138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74320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mic and say the readings naturally.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“Round 1, time 10:30, chlorine zero, turbidity 0.18, pH 6.8, TDS 410.”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51760" cy="3566160"/>
          </a:xfrm>
          <a:prstGeom prst="roundRect">
            <a:avLst>
              <a:gd name="adj" fmla="val 4138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82880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1880" y="23317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4320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Speech-to-text, then Claude maps the words onto this form’s own fields and rounds, including Hinglish and self-corrections.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51760" cy="3566160"/>
          </a:xfrm>
          <a:prstGeom prst="roundRect">
            <a:avLst>
              <a:gd name="adj" fmla="val 4138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182880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23317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46520" y="274320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is type-checked, matched to spec limits, and flagged if it overwrites an existing reading.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52560" y="1600200"/>
            <a:ext cx="2651760" cy="3566160"/>
          </a:xfrm>
          <a:prstGeom prst="roundRect">
            <a:avLst>
              <a:gd name="adj" fmla="val 4138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81160" y="1828800"/>
            <a:ext cx="384048" cy="384048"/>
          </a:xfrm>
          <a:prstGeom prst="ellipse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281160" y="23317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281160" y="274320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ticks what is right. Accepted values go into the draft with a full audit trail. Submitting stays manual.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44068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only proposes. A named person always confirms, and only a person submits.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prototype: a real DQMS form, filled by voice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30352" y="1399032"/>
            <a:ext cx="7626096" cy="4848543"/>
          </a:xfrm>
          <a:prstGeom prst="rect">
            <a:avLst/>
          </a:prstGeom>
          <a:solidFill>
            <a:srgbClr val="E6E6E9"/>
          </a:solidFill>
          <a:ln w="12700">
            <a:solidFill>
              <a:srgbClr val="E6E6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vnish/DQms/voice-fill-prototype/presentation/screens/5-fi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589520" cy="48119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0" y="1463040"/>
            <a:ext cx="33832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form: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same fields, keys, 6-round grid and daily block as the production seed.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dock: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hold the mic (or Space); the transcript appears live.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badge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every voice-filled cell shows who confirmed it and when.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limits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highlighted on the form itself (Turbidity 0.4 &gt; 0.3).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edits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still work; voice is an extra input, not a replacement.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saved until the executive accepts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30352" y="1399032"/>
            <a:ext cx="7626096" cy="4848543"/>
          </a:xfrm>
          <a:prstGeom prst="rect">
            <a:avLst/>
          </a:prstGeom>
          <a:solidFill>
            <a:srgbClr val="E6E6E9"/>
          </a:solidFill>
          <a:ln w="12700">
            <a:solidFill>
              <a:srgbClr val="E6E6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vnish/DQms/voice-fill-prototype/presentation/screens/2-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589520" cy="48119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0" y="1463040"/>
            <a:ext cx="33832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shown with the words it was heard from (“Heard as”).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targeting: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“round 2”, “second reading”, or the round the executive taps.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per value: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within spec, above or below spec, replaces an earlier reading, low confidence.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Untick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anything wrong. Only ticked values reach the draft.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Unplaced numbers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listed as “heard but not placed”, never guessed.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IN ACTION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checks catch problems before they are saved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30352" y="1399032"/>
            <a:ext cx="6986016" cy="4442714"/>
          </a:xfrm>
          <a:prstGeom prst="rect">
            <a:avLst/>
          </a:prstGeom>
          <a:solidFill>
            <a:srgbClr val="E6E6E9"/>
          </a:solidFill>
          <a:ln w="12700">
            <a:solidFill>
              <a:srgbClr val="E6E6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vnish/DQms/voice-fill-prototype/presentation/screens/4-correction-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440613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63840" y="141732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EEECFB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600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092440" y="20116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“pH 7.2, no sorry 7.4” → only 7.4 is proposed, marked “Replaces 6.8”.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863840" y="301752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FDECEA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9244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Out-of-spec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092440" y="36118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 0.4 is flagged “Above spec (max 0.3)” in the review and on the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863840" y="461772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92440" y="4800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validation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92440" y="5212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fields, bad times, rows past the 6-round limit and non-numbers are rejected, whatever the AI said.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capture is logged: an audit trail QA can stand behind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30352" y="1399032"/>
            <a:ext cx="6986016" cy="4442714"/>
          </a:xfrm>
          <a:prstGeom prst="rect">
            <a:avLst/>
          </a:prstGeom>
          <a:solidFill>
            <a:srgbClr val="E6E6E9"/>
          </a:solidFill>
          <a:ln w="12700">
            <a:solidFill>
              <a:srgbClr val="E6E6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vnish/DQms/voice-fill-prototype/presentation/screens/6-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44061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0" y="1463040"/>
            <a:ext cx="3931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Attributable: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spoke and who confirmed (the logged-in executive).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Contemporaneous: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captured at the point of sampling, time-stamped.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exact transcript, AI model and prompt version for every capture.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was proposed, what was accepted, what was rejected.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record still shows each value’s source (voice or manual).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does today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0" cy="4572000"/>
          </a:xfrm>
          <a:prstGeom prst="roundRect">
            <a:avLst>
              <a:gd name="adj" fmla="val 2400"/>
            </a:avLst>
          </a:prstGeom>
          <a:solidFill>
            <a:srgbClr val="E8F5EE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the prototype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Real Kinley form: Treated Water Analysis Record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Push-to-talk speech capture (English-India, Hindi)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Claude AI maps speech onto form fields and rounds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Handles number words, “round N”, Hinglish, corrections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Type, row and spec-limit validation on every value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Review and confirm dialog; save as draft; manual submit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Voice capture audit log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Offline fallback parser if the AI is unreachable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5303520" cy="4572000"/>
          </a:xfrm>
          <a:prstGeom prst="roundRect">
            <a:avLst>
              <a:gd name="adj" fmla="val 2400"/>
            </a:avLst>
          </a:prstGeom>
          <a:solidFill>
            <a:srgbClr val="FDF5E3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45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(intentionally)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8463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 connected to production DQMS or its database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Single demo user, no real login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Browser speech recognition (Chrome/Edge) instead of Azure Speech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One form; grids with many columns (e.g. 50 valves) come later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spoken read-back yet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 validated for GMP use. This is a concept demo.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057400" cy="1554480"/>
          </a:xfrm>
          <a:prstGeom prst="roundRect">
            <a:avLst>
              <a:gd name="adj" fmla="val 7059"/>
            </a:avLst>
          </a:prstGeom>
          <a:solidFill>
            <a:srgbClr val="161618"/>
          </a:solidFill>
          <a:ln w="12700">
            <a:solidFill>
              <a:srgbClr val="1616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574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/ phone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hold-to-talk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15184" y="2560320"/>
            <a:ext cx="173736" cy="274320"/>
          </a:xfrm>
          <a:prstGeom prst="rightArrow">
            <a:avLst/>
          </a:prstGeom>
          <a:solidFill>
            <a:srgbClr val="6B6B70"/>
          </a:solidFill>
          <a:ln w="12700">
            <a:solidFill>
              <a:srgbClr val="6B6B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98064" y="1920240"/>
            <a:ext cx="2057400" cy="1554480"/>
          </a:xfrm>
          <a:prstGeom prst="roundRect">
            <a:avLst>
              <a:gd name="adj" fmla="val 7059"/>
            </a:avLst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98064" y="20574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89504" y="251460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browser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Azure AI Speech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64608" y="2560320"/>
            <a:ext cx="173736" cy="274320"/>
          </a:xfrm>
          <a:prstGeom prst="rightArrow">
            <a:avLst/>
          </a:prstGeom>
          <a:solidFill>
            <a:srgbClr val="6B6B70"/>
          </a:solidFill>
          <a:ln w="12700">
            <a:solidFill>
              <a:srgbClr val="6B6B7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47488" y="1920240"/>
            <a:ext cx="2057400" cy="1554480"/>
          </a:xfrm>
          <a:prstGeom prst="roundRect">
            <a:avLst>
              <a:gd name="adj" fmla="val 7059"/>
            </a:avLst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7488" y="20574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138928" y="251460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schema + current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structured JSON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14032" y="2560320"/>
            <a:ext cx="173736" cy="274320"/>
          </a:xfrm>
          <a:prstGeom prst="rightArrow">
            <a:avLst/>
          </a:prstGeom>
          <a:solidFill>
            <a:srgbClr val="6B6B70"/>
          </a:solidFill>
          <a:ln w="12700">
            <a:solidFill>
              <a:srgbClr val="6B6B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1920240"/>
            <a:ext cx="2057400" cy="1554480"/>
          </a:xfrm>
          <a:prstGeom prst="roundRect">
            <a:avLst>
              <a:gd name="adj" fmla="val 7059"/>
            </a:avLst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6912" y="20574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388352" y="251460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rows, spec limits,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overwrites (server-side)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63456" y="2560320"/>
            <a:ext cx="173736" cy="274320"/>
          </a:xfrm>
          <a:prstGeom prst="rightArrow">
            <a:avLst/>
          </a:prstGeom>
          <a:solidFill>
            <a:srgbClr val="6B6B70"/>
          </a:solidFill>
          <a:ln w="12700">
            <a:solidFill>
              <a:srgbClr val="6B6B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46336" y="1920240"/>
            <a:ext cx="2057400" cy="1554480"/>
          </a:xfrm>
          <a:prstGeom prst="roundRect">
            <a:avLst>
              <a:gd name="adj" fmla="val 7059"/>
            </a:avLst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46336" y="20574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637776" y="251460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ticks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accepts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1148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297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record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values saved with source = voice; the executive submits as today.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270248" y="41148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98848" y="4297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498848" y="4709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model, prompt version, proposed vs accepted, who and when.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991856" y="41148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0456" y="4297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220456" y="4709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AI is unreachable, an offline parser keeps the flow working.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production DQMS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6309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in DQMS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Speech-to-text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Web Speech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Speech (en-IN / hi-IN), audio stays in the client’s Azure tenant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via API key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through Microsoft Foundry, behind an LLM adapter in dqms_be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knowledge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hand-copied 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from each FormVersion; optional voice aliases added per form in seed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rules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checks the record save already runs, shared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&amp; audit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voice_captures collection + audit-log entries; values carry source = voice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demo user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login + new “record.voiceFill” permission, enabled per plant / 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rollout, measured at every step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9164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fields and simple rounds on one high-volume form, one line. Push-to-talk, English + Hinglish.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4630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169164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6280" y="2194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26280" y="26060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grids (“valve 12 gross 512.3”), spec-master rows by name, day-of-month rows. More forms per department.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169164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75320" y="2194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Hands-free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75320" y="26060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capture per field with spoken read-back (“Brix 10.8, confirm?”) for gloved or wet-hands work.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measure in the pilot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50749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complete a form (voice vs typing)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AI-proposed values accepted unchanged</a:t>
            </a:r>
            <a:endParaRPr lang="en-US" sz="1400" dirty="0"/>
          </a:p>
          <a:p>
            <a:pPr marL="228600" indent="-2286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after submission, and how soon after sampling each reading is recorded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to move to a pilot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81912"/>
            <a:ext cx="457200" cy="457200"/>
          </a:xfrm>
          <a:prstGeom prst="ellipse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81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2743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scope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1508760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pilot form and line.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78024"/>
            <a:ext cx="457200" cy="457200"/>
          </a:xfrm>
          <a:prstGeom prst="ellipse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780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2404872"/>
            <a:ext cx="2743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sign-off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31920" y="2404872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head agrees the model: AI proposes, the executive confirms, every capture is logged.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374136"/>
            <a:ext cx="457200" cy="457200"/>
          </a:xfrm>
          <a:prstGeom prst="ellipse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3741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3300984"/>
            <a:ext cx="2743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access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931920" y="3300984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Speech and Claude in Microsoft Foundry in the client’s tenant.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270248"/>
            <a:ext cx="457200" cy="457200"/>
          </a:xfrm>
          <a:prstGeom prst="ellipse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70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4197096"/>
            <a:ext cx="2743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policy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931920" y="4197096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transcripts only (recommended), or also store audio for a set retention period.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5093208"/>
            <a:ext cx="2743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3931920" y="5093208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or phones on the line with a headset mic; a built-in mic will struggle next to a filler.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prototype yourself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503920" y="6446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DQMS Voice Fill · Prototype  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61618"/>
          </a:solidFill>
          <a:ln w="12700">
            <a:solidFill>
              <a:srgbClr val="1616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 Chrome or Edge, on a laptop, tablet or phone</a:t>
            </a:r>
            <a:endParaRPr lang="en-US" sz="1400" dirty="0"/>
          </a:p>
        </p:txBody>
      </p:sp>
      <p:sp>
        <p:nvSpPr>
          <p:cNvPr id="8" name="Text 6">
            <a:hlinkClick r:id="rId1" tooltip="Open the live prototype"/>
          </p:cNvPr>
          <p:cNvSpPr/>
          <p:nvPr/>
        </p:nvSpPr>
        <p:spPr>
          <a:xfrm>
            <a:off x="868680" y="19659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live prototyp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https://protoype-b7i8ckokl-avnish12.vercel.app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29184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91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794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link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77240" y="42062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the microphone when the browser asks.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55848" y="30632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84448" y="329184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3291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4448" y="3794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84448" y="42062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once, the first time the AI is used. Ask the project team for it.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63056" y="30632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1656" y="3291840"/>
            <a:ext cx="384048" cy="384048"/>
          </a:xfrm>
          <a:prstGeom prst="ellipse">
            <a:avLst/>
          </a:prstGeom>
          <a:solidFill>
            <a:srgbClr val="5B4BC4"/>
          </a:solidFill>
          <a:ln w="12700">
            <a:solidFill>
              <a:srgbClr val="5B4B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91656" y="3291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91656" y="3794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mic &amp; speak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391656" y="42062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“Round 1, time 10:30, chlorine zero, turbidity 0.18, pH 6.8, TDS 410.” Or click a “Try” phrase.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70264" y="30632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7F7F8"/>
          </a:solidFill>
          <a:ln w="12700">
            <a:solidFill>
              <a:srgbClr val="E6E6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98864" y="3291840"/>
            <a:ext cx="384048" cy="384048"/>
          </a:xfrm>
          <a:prstGeom prst="ellipse">
            <a:avLst/>
          </a:prstGeom>
          <a:solidFill>
            <a:srgbClr val="E0362C"/>
          </a:solidFill>
          <a:ln w="12700">
            <a:solidFill>
              <a:srgbClr val="E036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98864" y="3291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98864" y="3794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accept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198864" y="42062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values that are right. They fill the form with a mic badge; check the Voice capture log.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visitor gets a private sandbox: entries stay in their own browser and are never shared. “Reset demo” clears them.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DQMS Voice Fill — Prototype</dc:title>
  <dc:subject>PptxGenJS Presentation</dc:subject>
  <dc:creator>PptxGenJS</dc:creator>
  <cp:lastModifiedBy>PptxGenJS</cp:lastModifiedBy>
  <cp:revision>1</cp:revision>
  <dcterms:created xsi:type="dcterms:W3CDTF">2026-10-21T07:20:53Z</dcterms:created>
  <dcterms:modified xsi:type="dcterms:W3CDTF">2026-10-21T07:20:53Z</dcterms:modified>
</cp:coreProperties>
</file>